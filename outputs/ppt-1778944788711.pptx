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to Kinetic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Kinetic energy is the energy an object possesses due to its motion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All moving objects regardless of size have kinetic energy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It is a scalar quantity measured in Joules (J)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Factors Influencing Kinetic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Mass: Kinetic energy is directly proportional to the mass of the object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Velocity: Kinetic energy is proportional to the square of the velocity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Changes in velocity have a greater impact on energy than changes in mass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Kinetic Energy Formula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standard formula is KE = 1/2 * m * v^2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m represents mass measured in kilograms (kg)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v represents velocity measured in meters per second (m/s)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Work-Energy Theorem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Work done on an object results in a change in its kinetic energy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Positive work increases velocity and kinetic energy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Negative work, such as friction, decreases kinetic energy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Real-World Examples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 speeding car has high kinetic energy due to its mass and velocity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Wind turbines convert the kinetic energy of air into electricity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 falling athlete converts potential energy into kinetic energy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2026-05-16T15:19:48Z</dcterms:created>
  <dcterms:modified xsi:type="dcterms:W3CDTF">2026-05-16T15:19:48Z</dcterms:modified>
</cp:coreProperties>
</file>