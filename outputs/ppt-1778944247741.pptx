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Introduction to YouTube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Founded in 2005 by three former PayPal employees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Acquired by Google in 2006 for 1.65 billion dollars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The world's second most visited website and search engine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Content Ecosystem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Over 500 hours of video content uploaded every minute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Localized versions available in over 100 countries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Key categories include education, entertainment, and news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Understanding the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Uses machine learning to recommend personalized content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Prioritizes watch time and user engagement metrics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Shapes digital trends and information dissemination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Monetization and Economy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Revenue generated through Google Ads and subscriptions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The Partner Program allows creators to share ad revenue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Influencer marketing has created a new global career path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Digital Citizenship and Safety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Community guidelines govern copyright and harassment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Ongoing challenges with misinformation and echo chambers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Promotes media literacy and critical evaluation of sources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2026-05-16T15:10:47Z</dcterms:created>
  <dcterms:modified xsi:type="dcterms:W3CDTF">2026-05-16T15:10:47Z</dcterms:modified>
</cp:coreProperties>
</file>