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 to Potential Energy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Stored energy based on the position or configuration of a system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Associated with forces that depend on the relative positions of objects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Scalar quantity measured in Joules (J)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Gravitational Potential Energy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Energy an object possesses due to its position in a gravitational field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Defined by the equation U = mgh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Dependent on the chosen reference point or zero-level datum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Elastic Potential Energy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Energy stored in objects that can be compressed or stretched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Governed by Hooke's Law where Force equals -kx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Calculated using the formula U = 1/2 kx²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Conservative Forces and Energy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Work done by conservative forces is independent of the path taken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Potential energy can only be defined for conservative forces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Examples include gravity, electrostatic, and spring forces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Conservation of Mechanical Energy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Total mechanical energy is the sum of kinetic and potential energy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Energy transforms between kinetic and potential states in isolated systems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Critical for analyzing motion in pendulums, orbits, and engineering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2026-05-16T15:25:08Z</dcterms:created>
  <dcterms:modified xsi:type="dcterms:W3CDTF">2026-05-16T15:25:08Z</dcterms:modified>
</cp:coreProperties>
</file>