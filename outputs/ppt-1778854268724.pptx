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Introduction to Photosynthesis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process by which plants convert light energy into chemical energy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Primary energy source for nearly all life on Earth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Occurs mainly in the leaves of green plants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Ingredients: Reactants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Light energy from the sun is captured by chlorophyll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Water is absorbed through the plant roots from the soil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Carbon dioxide is taken in from the air through leaf pores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Where the Magic Happens: Chloroplasts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Specialized organelles found in plant cells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Contains chlorophyll, the pigment that gives plants their green color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Site of the chemical reactions that synthesize food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Products: Glucose and Oxygen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Glucose is produced to serve as food and energy for the plant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Oxygen is released into the atmosphere as a byproduct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Chemical equation: 6CO2 + 6H2O + energy = C6H12O6 + 6O2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Global Importance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Forms the foundation of the food chain for all living things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Maintains breathable oxygen levels in the atmosphere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Helps regulate the environment by absorbing carbon dioxide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2026-05-15T14:11:08Z</dcterms:created>
  <dcterms:modified xsi:type="dcterms:W3CDTF">2026-05-15T14:11:08Z</dcterms:modified>
</cp:coreProperties>
</file>