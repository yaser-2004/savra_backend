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Introduction to Gravity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09728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280160"/>
            <a:ext cx="9601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Fundamental force of attraction between any two objects with mass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Governs the motion of planets, stars, and galaxies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Weakest of the four fundamental forces but has infinite range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3093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Savra AI • Slide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Newton’s Law of Universal Gravitation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09728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280160"/>
            <a:ext cx="9601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Force is directly proportional to the product of the two masses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Force is inversely proportional to the square of the distance between centers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Formula: F = G * (m1 * m2) / r^2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3093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Savra AI • Slide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Acceleration Due to Gravity (g)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09728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280160"/>
            <a:ext cx="9601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Average value on Earth is approximately 9.8 meters per second squared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In a vacuum, all objects fall at the same rate regardless of their mass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The value of g decreases as the distance from the Earth's center increases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3093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Savra AI • Slide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Distinguishing Mass and Weight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09728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280160"/>
            <a:ext cx="9601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Mass is the amount of matter in an object and is constant everywhere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Weight is the gravitational force acting on an object's mass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Weight is calculated using the formula: Weight = Mass * Gravity (W = mg)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3093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Savra AI • Slide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Gravity in General Relativity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09728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280160"/>
            <a:ext cx="9601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Albert Einstein proposed gravity as the curvature of spacetime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Massive objects warp the fabric of space and time around them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Explains complex phenomena like gravitational lensing and black holes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3093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Savra AI • Slide 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2026-05-16T14:49:02Z</dcterms:created>
  <dcterms:modified xsi:type="dcterms:W3CDTF">2026-05-16T14:49:02Z</dcterms:modified>
</cp:coreProperties>
</file>