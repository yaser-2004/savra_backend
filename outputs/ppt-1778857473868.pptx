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Introduction to Photosynthesis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Process where plants convert light energy into chemical energy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Primary energy source for nearly all life on Earth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Occurs primarily within the chloroplasts of plant cells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The Necessary Ingredients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Sunlight: Provides the energy to drive the chemical reaction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Water (H2O): Absorbed from the soil through the roots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Carbon Dioxide (CO2): Taken from the air through leaf pores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The Products of Photosynthesis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Glucose (C6H12O6): A sugar used by the plant for food and growth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Oxygen (O2): Released into the atmosphere as a byproduct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Chemical Equation: 6CO2 + 6H2O + light energy yields C6H12O6 + 6O2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The Role of Chlorophyll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primary green pigment found inside chloroplasts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Absorbs light energy, specifically from the blue and red spectrums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Reflects green light, which gives plants their characteristic color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Factors Influencing the Process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Light Intensity: Higher light levels typically increase the rate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CO2 Concentration: More carbon dioxide speeds up glucose production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Temperature: Process depends on enzymes that require optimal temperatures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2026-05-15T15:04:33Z</dcterms:created>
  <dcterms:modified xsi:type="dcterms:W3CDTF">2026-05-15T15:04:33Z</dcterms:modified>
</cp:coreProperties>
</file>